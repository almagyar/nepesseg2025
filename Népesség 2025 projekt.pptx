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53350-FB04-4B5F-B5A5-3AE388242D97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3A13E1-B6A4-4049-BC88-101E0D27F8C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4079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6D9C06-435B-4338-B1B2-C5807C059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AB84BD8-B532-41A3-86E6-C11D66400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9C03DE9-20F8-4FE3-8F88-7E3A0A4F1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C4F6B-1032-41D2-9ACE-AD46423EBB11}" type="datetime1">
              <a:rPr lang="hu-HU" smtClean="0"/>
              <a:t>2026. 09. 18.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2D08D5D-9FD1-4385-91BB-864BB8C4D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AC2D689-D946-4191-BAC4-812FF862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280934"/>
            <a:ext cx="2743200" cy="365125"/>
          </a:xfrm>
        </p:spPr>
        <p:txBody>
          <a:bodyPr/>
          <a:lstStyle>
            <a:lvl1pPr>
              <a:defRPr sz="2800"/>
            </a:lvl1pPr>
          </a:lstStyle>
          <a:p>
            <a:fld id="{1FABDF30-A028-4ADD-87D6-07D5E0A35220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73797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657F59-E348-4BFB-A520-9A594E454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3338213-CBEB-49EF-BAC2-CFB51FE49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64E0702-0DD8-4C89-9E28-4E3023B09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1271A-CABC-4FB2-8CD9-BA20AF9293F8}" type="datetime1">
              <a:rPr lang="hu-HU" smtClean="0"/>
              <a:t>2026. 09. 18.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02BB770-90FB-470F-AEF2-A45C80760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9EE0EC8-A091-4E54-A1E7-DC22E70AF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4976" y="6233687"/>
            <a:ext cx="2743200" cy="365125"/>
          </a:xfrm>
        </p:spPr>
        <p:txBody>
          <a:bodyPr/>
          <a:lstStyle>
            <a:lvl1pPr>
              <a:defRPr sz="3200"/>
            </a:lvl1pPr>
          </a:lstStyle>
          <a:p>
            <a:fld id="{1FABDF30-A028-4ADD-87D6-07D5E0A35220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15128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87F5CB-D6ED-4DCB-A10A-FD76EBF70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10DEED5-3602-42EF-BA6A-0D03EB8DD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180976E-33A5-4B47-BC80-61789909E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51CB2-2E1E-498A-B506-2F5C5FDE7C13}" type="datetime1">
              <a:rPr lang="hu-HU" smtClean="0"/>
              <a:t>2026. 09. 18.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ECDFCDE-FEAF-4AF1-9586-446CCC898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544BD04-0DE9-482E-9022-4F090B532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58535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8750B09-4FE1-48D6-8A67-F3F6E04CC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F843760-36EC-4D75-A642-F80C00F7A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5C2A1D2-FB4D-48E1-9C42-E8D8AC507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27B14F1-E0DE-4DC3-B4A4-A5484C54D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7600-7A2F-4F41-B87B-4510D468C8A4}" type="datetime1">
              <a:rPr lang="hu-HU" smtClean="0"/>
              <a:t>2026. 09. 18.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6C36A41-0B39-4DDE-9482-28E754C3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6BBEBAA-8A09-4826-936E-D6B5BA9B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5738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D67E80-8522-4A43-81E9-314FD4339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81F62C6-25C3-44EB-916D-BE462E885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0B23B17-582C-4C3B-8F3A-090A1A5DE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4780937-58CA-45B2-B3F6-793B34C08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647E3768-41C3-4A58-A653-5CFE86D08C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782DF5E1-649B-481F-AA54-E311A5432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7B9-B0BF-4E0B-934F-1A4125C46A60}" type="datetime1">
              <a:rPr lang="hu-HU" smtClean="0"/>
              <a:t>2026. 09. 18.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5DF12D7A-4356-493D-9943-05A83155B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B4393EF1-2EE0-4FA1-9A67-62B88AE65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5552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312E9D-B31A-4FFE-8475-568B43AAE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D77FCCFB-BB1F-4C26-B4C1-47922FFA6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A7E59-9044-4CB4-902E-C3AE03875FF1}" type="datetime1">
              <a:rPr lang="hu-HU" smtClean="0"/>
              <a:t>2026. 09. 18.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9C62C1B-C729-4C49-A403-59C7AE3E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39BCC86-444A-4497-B2EA-CE53E87F1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522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613730DD-C864-4F7F-9971-AE355BC85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DD196-E464-4180-A7FE-E2BF7408B50A}" type="datetime1">
              <a:rPr lang="hu-HU" smtClean="0"/>
              <a:t>2026. 09. 18.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0BF4950-E1BE-48D5-82E1-2AA07EA19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1318378-D8FD-4F33-B9BD-327AEFDD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0933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7B4284C-93AE-46C4-BBBF-8C50142CD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545FB3C-7F4D-4811-9584-A96EAC49D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C221710-EF0F-4C3D-B4A4-166B3BE2B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BFAF03C-C834-4E79-8899-5150F8B4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3441-6772-4848-B1B3-813277F1546A}" type="datetime1">
              <a:rPr lang="hu-HU" smtClean="0"/>
              <a:t>2026. 09. 18.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8122690-A222-4C68-B595-F65ACE9D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9E4FFE5-21D1-4A9C-972C-CFE589E9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5229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1AC33B-7CA5-4976-ACE9-D85C90D76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C5EAB523-A77B-46E4-9CC1-D27CA837BA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4541F66-04C1-4147-BDE3-1DA7B6F87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80258DF-9835-4896-8F41-2F23F05C3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DC25B-6AD2-41F9-BA73-9C719AD62C21}" type="datetime1">
              <a:rPr lang="hu-HU" smtClean="0"/>
              <a:t>2026. 09. 18.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2945F74-4F3C-4C43-862F-7E6F3B88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4E89AF9-8424-4463-8B9F-571B5106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557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77F881-7670-4E4C-95A5-972C04698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422063A-099E-4CCE-81D6-E11811BDC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5925B7E-2477-44A1-822C-0A4405411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DDDA8-2588-4C31-BB98-C30C6B292076}" type="datetime1">
              <a:rPr lang="hu-HU" smtClean="0"/>
              <a:t>2026. 09. 18.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ADBD3BB-3FE2-491B-9BAF-F00A3B973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C57A282-333F-47CE-A239-1582AD8B9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4720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AE422840-7CE8-403A-B3A3-9EC6823CFB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CF73E5D-B5D3-4115-A911-D9FF727E8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285B24F-F71C-4D1D-B708-CF79CC001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4E5F8-1696-49D8-9530-1DDE0500A466}" type="datetime1">
              <a:rPr lang="hu-HU" smtClean="0"/>
              <a:t>2026. 09. 18.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135BBF2-25B0-4DE8-B57B-53F071E0A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2C31A50-C189-44D3-A543-8A4967CA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4035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492">
              <a:srgbClr val="00B0F0"/>
            </a:gs>
            <a:gs pos="83800">
              <a:srgbClr val="7030A0"/>
            </a:gs>
            <a:gs pos="0">
              <a:srgbClr val="00B0F0"/>
            </a:gs>
            <a:gs pos="100000">
              <a:srgbClr val="7030A0">
                <a:lumMod val="10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70B9ECD7-A920-4D8F-8528-7BB318E40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5A9C8EA-27B1-478A-BA29-E196DC31C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F1EBB87-14AB-48EF-A65D-919E35932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E77091EC-45E5-4C7A-AB24-5365FAA4856A}" type="datetime1">
              <a:rPr lang="hu-HU" smtClean="0"/>
              <a:t>2026. 09. 18.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AFC910D-CFDC-43B1-9A5B-7080CBBEC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68D036E-B9CD-4D5D-A6C5-1EA73D83C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4720" y="62403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7030A0"/>
                </a:solidFill>
              </a:defRPr>
            </a:lvl1pPr>
          </a:lstStyle>
          <a:p>
            <a:fld id="{1FABDF30-A028-4ADD-87D6-07D5E0A35220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7E820B3B-97A5-4008-9AB5-E2B0F490EBA9}"/>
              </a:ext>
            </a:extLst>
          </p:cNvPr>
          <p:cNvSpPr/>
          <p:nvPr userDrawn="1"/>
        </p:nvSpPr>
        <p:spPr>
          <a:xfrm>
            <a:off x="10916239" y="5643677"/>
            <a:ext cx="1558565" cy="1558565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23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17DD7A21-EDEF-4CA5-8017-4370A815A1DE}"/>
              </a:ext>
            </a:extLst>
          </p:cNvPr>
          <p:cNvSpPr/>
          <p:nvPr userDrawn="1"/>
        </p:nvSpPr>
        <p:spPr>
          <a:xfrm>
            <a:off x="11560467" y="4857517"/>
            <a:ext cx="574907" cy="57490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23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Ellipszis 9">
            <a:extLst>
              <a:ext uri="{FF2B5EF4-FFF2-40B4-BE49-F238E27FC236}">
                <a16:creationId xmlns:a16="http://schemas.microsoft.com/office/drawing/2014/main" id="{0D689A2C-7DFA-401C-B793-9AA4B1909064}"/>
              </a:ext>
            </a:extLst>
          </p:cNvPr>
          <p:cNvSpPr/>
          <p:nvPr userDrawn="1"/>
        </p:nvSpPr>
        <p:spPr>
          <a:xfrm>
            <a:off x="10112732" y="6146568"/>
            <a:ext cx="574907" cy="57490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23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2940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4000">
              <a:srgbClr val="7030A0"/>
            </a:gs>
            <a:gs pos="13000">
              <a:srgbClr val="00B0F0"/>
            </a:gs>
            <a:gs pos="0">
              <a:srgbClr val="00B0F0"/>
            </a:gs>
            <a:gs pos="100000">
              <a:srgbClr val="7030A0">
                <a:lumMod val="10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5E6F37-7204-41EB-9418-84F8AB2DFD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Népesség 2025 projekt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B09BDB1-FFF5-49EE-9048-17AC508F8E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</a:t>
            </a:r>
            <a:r>
              <a:rPr lang="hu-HU" dirty="0" err="1"/>
              <a:t>Gargya</a:t>
            </a:r>
            <a:r>
              <a:rPr lang="hu-HU" dirty="0"/>
              <a:t> </a:t>
            </a:r>
            <a:r>
              <a:rPr lang="hu-HU" dirty="0" err="1"/>
              <a:t>dániel</a:t>
            </a:r>
            <a:r>
              <a:rPr lang="hu-HU" dirty="0"/>
              <a:t> &amp; Kóti-Jószai Simon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824280B-1902-4D64-BC18-9AB11F9C9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A6BE1-DBAC-430D-AEFC-57052AB5715B}" type="datetime1">
              <a:rPr lang="hu-HU" smtClean="0"/>
              <a:t>2026. 09. 18.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6AFD9EE-E0B5-4CB6-802A-2E638D854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pPr/>
              <a:t>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34850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1A4D758-E77A-4AFB-9F15-00DBD4572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0"/>
            <a:ext cx="9906000" cy="1477961"/>
          </a:xfrm>
        </p:spPr>
        <p:txBody>
          <a:bodyPr/>
          <a:lstStyle/>
          <a:p>
            <a:pPr algn="ctr"/>
            <a:r>
              <a:rPr lang="hu-HU" dirty="0"/>
              <a:t>Főmenü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82F7BA5-584E-418E-941F-F5F145490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5353" y="3096153"/>
            <a:ext cx="4649783" cy="823912"/>
          </a:xfrm>
        </p:spPr>
        <p:txBody>
          <a:bodyPr/>
          <a:lstStyle/>
          <a:p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F94AE88-75F2-46BD-95FD-D5FB987A5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744" y="3920064"/>
            <a:ext cx="4878391" cy="2717801"/>
          </a:xfrm>
        </p:spPr>
        <p:txBody>
          <a:bodyPr/>
          <a:lstStyle/>
          <a:p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1D34A4F-9E61-499F-8417-86DCFA565F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6142" y="3096152"/>
            <a:ext cx="4646602" cy="823912"/>
          </a:xfrm>
        </p:spPr>
        <p:txBody>
          <a:bodyPr/>
          <a:lstStyle/>
          <a:p>
            <a:endParaRPr lang="hu-HU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F444125-A1DD-4FCE-9FD1-B401B384E7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87534" y="3920064"/>
            <a:ext cx="4875210" cy="2717801"/>
          </a:xfrm>
        </p:spPr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7F8E321-0DF5-4186-AC4A-A4B91FB8F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DF30-A028-4ADD-87D6-07D5E0A35220}" type="slidenum">
              <a:rPr lang="hu-HU" smtClean="0"/>
              <a:t>2</a:t>
            </a:fld>
            <a:endParaRPr lang="hu-HU"/>
          </a:p>
        </p:txBody>
      </p:sp>
      <p:sp>
        <p:nvSpPr>
          <p:cNvPr id="8" name="Dátum helye 7">
            <a:extLst>
              <a:ext uri="{FF2B5EF4-FFF2-40B4-BE49-F238E27FC236}">
                <a16:creationId xmlns:a16="http://schemas.microsoft.com/office/drawing/2014/main" id="{EDE4FC4E-51AC-4E57-B5F2-AA4F1A31C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D7C24-1CB2-43C8-A138-F37A4967746C}" type="datetime1">
              <a:rPr lang="hu-HU" smtClean="0"/>
              <a:t>2026. 09. 18.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1085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. egyéni séma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</Words>
  <Application>Microsoft Office PowerPoint</Application>
  <PresentationFormat>Szélesvásznú</PresentationFormat>
  <Paragraphs>7</Paragraphs>
  <Slides>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Office-téma</vt:lpstr>
      <vt:lpstr>Népesség 2025 projekt</vt:lpstr>
      <vt:lpstr>Főmenü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Népesség 2025 projekt</dc:title>
  <dc:creator>Kóti-Jószai Simon</dc:creator>
  <cp:lastModifiedBy>Kóti-Jószai Simon</cp:lastModifiedBy>
  <cp:revision>3</cp:revision>
  <dcterms:created xsi:type="dcterms:W3CDTF">2026-09-18T10:38:32Z</dcterms:created>
  <dcterms:modified xsi:type="dcterms:W3CDTF">2026-09-18T11:00:45Z</dcterms:modified>
</cp:coreProperties>
</file>