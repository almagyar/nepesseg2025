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C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72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B53350-FB04-4B5F-B5A5-3AE388242D97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3A13E1-B6A4-4049-BC88-101E0D27F8C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64079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66D9C06-435B-4338-B1B2-C5807C059B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AB84BD8-B532-41A3-86E6-C11D66400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Georgia" panose="02040502050405020303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C03DE9-20F8-4FE3-8F88-7E3A0A4F1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56041-F78F-46FB-9DD9-5EEFE30E9918}" type="datetime1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2D08D5D-9FD1-4385-91BB-864BB8C4D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AC2D689-D946-4191-BAC4-812FF8629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280934"/>
            <a:ext cx="2743200" cy="365125"/>
          </a:xfrm>
        </p:spPr>
        <p:txBody>
          <a:bodyPr/>
          <a:lstStyle>
            <a:lvl1pPr>
              <a:defRPr sz="2800"/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73797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657F59-E348-4BFB-A520-9A594E454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3338213-CBEB-49EF-BAC2-CFB51FE49F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64E0702-0DD8-4C89-9E28-4E3023B09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2343-3180-46FB-B3C4-E2A140C8BC6B}" type="datetime1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02BB770-90FB-470F-AEF2-A45C80760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9EE0EC8-A091-4E54-A1E7-DC22E70AF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3699" y="6310312"/>
            <a:ext cx="2743200" cy="365125"/>
          </a:xfrm>
        </p:spPr>
        <p:txBody>
          <a:bodyPr/>
          <a:lstStyle>
            <a:lvl1pPr>
              <a:defRPr sz="2800"/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15128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787F5CB-D6ED-4DCB-A10A-FD76EBF70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10DEED5-3602-42EF-BA6A-0D03EB8DD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180976E-33A5-4B47-BC80-61789909E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49D67-91FC-47B5-88DE-434B7642A4E4}" type="datetime1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ECDFCDE-FEAF-4AF1-9586-446CCC898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544BD04-0DE9-482E-9022-4F090B532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7495" y="6307909"/>
            <a:ext cx="2743200" cy="365125"/>
          </a:xfrm>
        </p:spPr>
        <p:txBody>
          <a:bodyPr/>
          <a:lstStyle>
            <a:lvl1pPr>
              <a:defRPr sz="2800"/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585358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8750B09-4FE1-48D6-8A67-F3F6E04CC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F843760-36EC-4D75-A642-F80C00F7A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5C2A1D2-FB4D-48E1-9C42-E8D8AC507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27B14F1-E0DE-4DC3-B4A4-A5484C54D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48760-715D-48F2-BD53-7504C96B2800}" type="datetime1">
              <a:rPr lang="hu-HU" smtClean="0"/>
              <a:t>2026. 09. 18.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6C36A41-0B39-4DDE-9482-28E754C30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6BBEBAA-8A09-4826-936E-D6B5BA9BB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57220" y="6310312"/>
            <a:ext cx="2743200" cy="365125"/>
          </a:xfrm>
        </p:spPr>
        <p:txBody>
          <a:bodyPr/>
          <a:lstStyle>
            <a:lvl1pPr>
              <a:defRPr sz="2800"/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65738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5D67E80-8522-4A43-81E9-314FD4339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81F62C6-25C3-44EB-916D-BE462E8850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70B23B17-582C-4C3B-8F3A-090A1A5DEC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4780937-58CA-45B2-B3F6-793B34C086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47E3768-41C3-4A58-A653-5CFE86D08C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82DF5E1-649B-481F-AA54-E311A5432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0637" y="6356350"/>
            <a:ext cx="2743200" cy="365125"/>
          </a:xfrm>
        </p:spPr>
        <p:txBody>
          <a:bodyPr/>
          <a:lstStyle/>
          <a:p>
            <a:fld id="{22A7F8D9-AF72-4E6A-9A90-15EB298345A2}" type="datetime1">
              <a:rPr lang="hu-HU" smtClean="0"/>
              <a:t>2026. 09. 18.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DF12D7A-4356-493D-9943-05A83155B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B4393EF1-2EE0-4FA1-9A67-62B88AE65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8163" y="6310312"/>
            <a:ext cx="2743200" cy="365125"/>
          </a:xfrm>
        </p:spPr>
        <p:txBody>
          <a:bodyPr/>
          <a:lstStyle>
            <a:lvl1pPr>
              <a:defRPr sz="2800"/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155552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D312E9D-B31A-4FFE-8475-568B43AAE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D77FCCFB-BB1F-4C26-B4C1-47922FFA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1E4E6-2A82-4E5D-BD47-87D6F8C650FB}" type="datetime1">
              <a:rPr lang="hu-HU" smtClean="0"/>
              <a:t>2026. 09. 18.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89C62C1B-C729-4C49-A403-59C7AE3E2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39BCC86-444A-4497-B2EA-CE53E87F1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5221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613730DD-C864-4F7F-9971-AE355BC8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FE8E8-BF58-4CDA-AF5C-5BEAA77F4788}" type="datetime1">
              <a:rPr lang="hu-HU" smtClean="0"/>
              <a:t>2026. 09. 18.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50BF4950-E1BE-48D5-82E1-2AA07EA19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1318378-D8FD-4F33-B9BD-327AEFDD3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0933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B4284C-93AE-46C4-BBBF-8C50142CD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545FB3C-7F4D-4811-9584-A96EAC49D0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C221710-EF0F-4C3D-B4A4-166B3BE2BA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BFAF03C-C834-4E79-8899-5150F8B42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EDC4CA-614F-4B8D-BF7C-29228988EFC5}" type="datetime1">
              <a:rPr lang="hu-HU" smtClean="0"/>
              <a:t>2026. 09. 18.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8122690-A222-4C68-B595-F65ACE9D8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9E4FFE5-21D1-4A9C-972C-CFE589E96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65229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1AC33B-7CA5-4976-ACE9-D85C90D76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C5EAB523-A77B-46E4-9CC1-D27CA837BA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4541F66-04C1-4147-BDE3-1DA7B6F871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80258DF-9835-4896-8F41-2F23F05C3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6B231-57CE-4A89-85CD-A03E237611E0}" type="datetime1">
              <a:rPr lang="hu-HU" smtClean="0"/>
              <a:t>2026. 09. 18.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2945F74-4F3C-4C43-862F-7E6F3B88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4E89AF9-8424-4463-8B9F-571B51067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7557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A77F881-7670-4E4C-95A5-972C04698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422063A-099E-4CCE-81D6-E11811BDC5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5925B7E-2477-44A1-822C-0A4405411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45633-A540-4BA4-9503-37AACDF1BF7B}" type="datetime1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ADBD3BB-3FE2-491B-9BAF-F00A3B973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C57A282-333F-47CE-A239-1582AD8B9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4720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AE422840-7CE8-403A-B3A3-9EC6823CFB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CF73E5D-B5D3-4115-A911-D9FF727E8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285B24F-F71C-4D1D-B708-CF79CC001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03415-C3F8-41AA-8696-66C196C56785}" type="datetime1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135BBF2-25B0-4DE8-B57B-53F071E0A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2C31A50-C189-44D3-A543-8A4967CA3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40357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3492">
              <a:srgbClr val="00B0F0"/>
            </a:gs>
            <a:gs pos="83800">
              <a:srgbClr val="7030A0"/>
            </a:gs>
            <a:gs pos="0">
              <a:srgbClr val="00B0F0"/>
            </a:gs>
            <a:gs pos="100000">
              <a:srgbClr val="7030A0">
                <a:lumMod val="100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70B9ECD7-A920-4D8F-8528-7BB318E40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5A9C8EA-27B1-478A-BA29-E196DC31C2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F1EBB87-14AB-48EF-A65D-919E359322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2545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79FE6BD6-CDEC-46C5-9AC8-9B5089C429BC}" type="datetime1">
              <a:rPr lang="hu-HU" smtClean="0"/>
              <a:t>2026. 09. 18.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AFC910D-CFDC-43B1-9A5B-7080CBBEC2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68D036E-B9CD-4D5D-A6C5-1EA73D83C5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23342" y="624039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7030A0"/>
                </a:solidFill>
              </a:defRPr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  <p:sp>
        <p:nvSpPr>
          <p:cNvPr id="7" name="Ellipszis 6">
            <a:extLst>
              <a:ext uri="{FF2B5EF4-FFF2-40B4-BE49-F238E27FC236}">
                <a16:creationId xmlns:a16="http://schemas.microsoft.com/office/drawing/2014/main" id="{7E820B3B-97A5-4008-9AB5-E2B0F490EBA9}"/>
              </a:ext>
            </a:extLst>
          </p:cNvPr>
          <p:cNvSpPr/>
          <p:nvPr userDrawn="1"/>
        </p:nvSpPr>
        <p:spPr>
          <a:xfrm>
            <a:off x="10916239" y="5643677"/>
            <a:ext cx="1558565" cy="1558565"/>
          </a:xfrm>
          <a:prstGeom prst="ellipse">
            <a:avLst/>
          </a:prstGeom>
          <a:gradFill flip="none" rotWithShape="1">
            <a:gsLst>
              <a:gs pos="0">
                <a:schemeClr val="bg1">
                  <a:alpha val="23000"/>
                </a:schemeClr>
              </a:gs>
              <a:gs pos="100000">
                <a:schemeClr val="bg1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Ellipszis 8">
            <a:extLst>
              <a:ext uri="{FF2B5EF4-FFF2-40B4-BE49-F238E27FC236}">
                <a16:creationId xmlns:a16="http://schemas.microsoft.com/office/drawing/2014/main" id="{17DD7A21-EDEF-4CA5-8017-4370A815A1DE}"/>
              </a:ext>
            </a:extLst>
          </p:cNvPr>
          <p:cNvSpPr/>
          <p:nvPr userDrawn="1"/>
        </p:nvSpPr>
        <p:spPr>
          <a:xfrm>
            <a:off x="11560467" y="4857517"/>
            <a:ext cx="574907" cy="574907"/>
          </a:xfrm>
          <a:prstGeom prst="ellipse">
            <a:avLst/>
          </a:prstGeom>
          <a:gradFill flip="none" rotWithShape="1">
            <a:gsLst>
              <a:gs pos="0">
                <a:schemeClr val="bg1">
                  <a:alpha val="23000"/>
                </a:schemeClr>
              </a:gs>
              <a:gs pos="100000">
                <a:schemeClr val="bg1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" name="Ellipszis 9">
            <a:extLst>
              <a:ext uri="{FF2B5EF4-FFF2-40B4-BE49-F238E27FC236}">
                <a16:creationId xmlns:a16="http://schemas.microsoft.com/office/drawing/2014/main" id="{0D689A2C-7DFA-401C-B793-9AA4B1909064}"/>
              </a:ext>
            </a:extLst>
          </p:cNvPr>
          <p:cNvSpPr/>
          <p:nvPr userDrawn="1"/>
        </p:nvSpPr>
        <p:spPr>
          <a:xfrm>
            <a:off x="10112732" y="6146568"/>
            <a:ext cx="574907" cy="574907"/>
          </a:xfrm>
          <a:prstGeom prst="ellipse">
            <a:avLst/>
          </a:prstGeom>
          <a:gradFill flip="none" rotWithShape="1">
            <a:gsLst>
              <a:gs pos="0">
                <a:schemeClr val="bg1">
                  <a:alpha val="23000"/>
                </a:schemeClr>
              </a:gs>
              <a:gs pos="100000">
                <a:schemeClr val="bg1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2940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84000">
              <a:srgbClr val="7030A0"/>
            </a:gs>
            <a:gs pos="13000">
              <a:srgbClr val="00B0F0"/>
            </a:gs>
            <a:gs pos="0">
              <a:srgbClr val="00B0F0"/>
            </a:gs>
            <a:gs pos="100000">
              <a:srgbClr val="7030A0">
                <a:lumMod val="100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5E6F37-7204-41EB-9418-84F8AB2DFD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Népesség 2025 projekt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B09BDB1-FFF5-49EE-9048-17AC508F8E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</a:t>
            </a:r>
            <a:r>
              <a:rPr lang="hu-HU" dirty="0" err="1"/>
              <a:t>Gargya</a:t>
            </a:r>
            <a:r>
              <a:rPr lang="hu-HU" dirty="0"/>
              <a:t> </a:t>
            </a:r>
            <a:r>
              <a:rPr lang="hu-HU" dirty="0" err="1"/>
              <a:t>dániel</a:t>
            </a:r>
            <a:r>
              <a:rPr lang="hu-HU" dirty="0"/>
              <a:t> &amp; Kóti-Jószai Simon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824280B-1902-4D64-BC18-9AB11F9C9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D9513-2AA5-4D4C-B8F9-64DB2729C6EC}" type="datetime1">
              <a:rPr lang="hu-HU" smtClean="0"/>
              <a:t>2026. 09. 18.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6AFD9EE-E0B5-4CB6-802A-2E638D854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pPr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34850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1A4D758-E77A-4AFB-9F15-00DBD4572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0"/>
            <a:ext cx="9906000" cy="1477961"/>
          </a:xfrm>
        </p:spPr>
        <p:txBody>
          <a:bodyPr/>
          <a:lstStyle/>
          <a:p>
            <a:pPr algn="ctr"/>
            <a:r>
              <a:rPr lang="hu-HU" dirty="0"/>
              <a:t>Főmenü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82F7BA5-584E-418E-941F-F5F145490D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85353" y="3096153"/>
            <a:ext cx="4649783" cy="823912"/>
          </a:xfrm>
        </p:spPr>
        <p:txBody>
          <a:bodyPr/>
          <a:lstStyle/>
          <a:p>
            <a:r>
              <a:rPr lang="hu-HU" dirty="0"/>
              <a:t>Válasszon az alábbi opciókból:</a:t>
            </a:r>
          </a:p>
        </p:txBody>
      </p:sp>
      <p:pic>
        <p:nvPicPr>
          <p:cNvPr id="10" name="Tartalom helye 9">
            <a:extLst>
              <a:ext uri="{FF2B5EF4-FFF2-40B4-BE49-F238E27FC236}">
                <a16:creationId xmlns:a16="http://schemas.microsoft.com/office/drawing/2014/main" id="{DB65145B-0104-42CF-90D0-456CD0C3F68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076" y="1053286"/>
            <a:ext cx="10191848" cy="974483"/>
          </a:xfrm>
          <a:prstGeom prst="flowChartAlternateProcess">
            <a:avLst/>
          </a:prstGeom>
        </p:spPr>
      </p:pic>
      <p:sp>
        <p:nvSpPr>
          <p:cNvPr id="5" name="Szöveg helye 4">
            <a:extLst>
              <a:ext uri="{FF2B5EF4-FFF2-40B4-BE49-F238E27FC236}">
                <a16:creationId xmlns:a16="http://schemas.microsoft.com/office/drawing/2014/main" id="{11D34A4F-9E61-499F-8417-86DCFA565F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6142" y="3096152"/>
            <a:ext cx="4646602" cy="823912"/>
          </a:xfrm>
        </p:spPr>
        <p:txBody>
          <a:bodyPr/>
          <a:lstStyle/>
          <a:p>
            <a:r>
              <a:rPr lang="hu-HU" dirty="0"/>
              <a:t>A főmenü kódja </a:t>
            </a:r>
            <a:r>
              <a:rPr lang="hu-HU" dirty="0" err="1"/>
              <a:t>pythonban</a:t>
            </a:r>
            <a:r>
              <a:rPr lang="hu-HU" dirty="0"/>
              <a:t>: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444125-A1DD-4FCE-9FD1-B401B384E7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87534" y="3920064"/>
            <a:ext cx="4875210" cy="2717801"/>
          </a:xfrm>
        </p:spPr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7F8E321-0DF5-4186-AC4A-A4B91FB8F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2</a:t>
            </a:fld>
            <a:endParaRPr lang="hu-HU"/>
          </a:p>
        </p:txBody>
      </p:sp>
      <p:sp>
        <p:nvSpPr>
          <p:cNvPr id="8" name="Dátum helye 7">
            <a:extLst>
              <a:ext uri="{FF2B5EF4-FFF2-40B4-BE49-F238E27FC236}">
                <a16:creationId xmlns:a16="http://schemas.microsoft.com/office/drawing/2014/main" id="{EDE4FC4E-51AC-4E57-B5F2-AA4F1A31C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8E92F-3248-458B-8907-199E10093CFD}" type="datetime1">
              <a:rPr lang="hu-HU" smtClean="0"/>
              <a:t>2026. 09. 18.</a:t>
            </a:fld>
            <a:endParaRPr lang="hu-HU"/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1ED06D21-BF9A-4FAE-A26C-24D47759FA66}"/>
              </a:ext>
            </a:extLst>
          </p:cNvPr>
          <p:cNvSpPr txBox="1"/>
          <p:nvPr/>
        </p:nvSpPr>
        <p:spPr>
          <a:xfrm>
            <a:off x="2435107" y="1985960"/>
            <a:ext cx="7321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i="1" dirty="0">
                <a:solidFill>
                  <a:schemeClr val="bg1"/>
                </a:solidFill>
              </a:rPr>
              <a:t>A főmenü kinézete a terminálban</a:t>
            </a:r>
          </a:p>
        </p:txBody>
      </p:sp>
      <p:sp>
        <p:nvSpPr>
          <p:cNvPr id="13" name="Téglalap: lekerekített 12">
            <a:extLst>
              <a:ext uri="{FF2B5EF4-FFF2-40B4-BE49-F238E27FC236}">
                <a16:creationId xmlns:a16="http://schemas.microsoft.com/office/drawing/2014/main" id="{F96EBE34-5E95-44CA-9326-2A7FF7E9AFAC}"/>
              </a:ext>
            </a:extLst>
          </p:cNvPr>
          <p:cNvSpPr/>
          <p:nvPr/>
        </p:nvSpPr>
        <p:spPr>
          <a:xfrm>
            <a:off x="2083324" y="4380688"/>
            <a:ext cx="2975591" cy="606091"/>
          </a:xfrm>
          <a:prstGeom prst="roundRect">
            <a:avLst/>
          </a:prstGeom>
          <a:solidFill>
            <a:srgbClr val="28C2FF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4EA83EA2-23BA-4E5C-901C-32E9173E3F18}"/>
              </a:ext>
            </a:extLst>
          </p:cNvPr>
          <p:cNvSpPr txBox="1"/>
          <p:nvPr/>
        </p:nvSpPr>
        <p:spPr>
          <a:xfrm>
            <a:off x="2083324" y="4476260"/>
            <a:ext cx="2975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Megyekód beírása</a:t>
            </a:r>
          </a:p>
        </p:txBody>
      </p:sp>
      <p:sp>
        <p:nvSpPr>
          <p:cNvPr id="16" name="Téglalap: lekerekített 15">
            <a:extLst>
              <a:ext uri="{FF2B5EF4-FFF2-40B4-BE49-F238E27FC236}">
                <a16:creationId xmlns:a16="http://schemas.microsoft.com/office/drawing/2014/main" id="{51EE8863-2CF0-4DA9-B776-1E6926C6CBD4}"/>
              </a:ext>
            </a:extLst>
          </p:cNvPr>
          <p:cNvSpPr/>
          <p:nvPr/>
        </p:nvSpPr>
        <p:spPr>
          <a:xfrm>
            <a:off x="2083323" y="5430823"/>
            <a:ext cx="2975591" cy="606091"/>
          </a:xfrm>
          <a:prstGeom prst="roundRect">
            <a:avLst/>
          </a:prstGeom>
          <a:solidFill>
            <a:srgbClr val="28C2FF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1085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6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25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5" grpId="0"/>
      <p:bldP spid="15" grpId="1"/>
    </p:bld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2. egyéni séma">
      <a:majorFont>
        <a:latin typeface="Georgi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32</Words>
  <Application>Microsoft Office PowerPoint</Application>
  <PresentationFormat>Szélesvásznú</PresentationFormat>
  <Paragraphs>11</Paragraphs>
  <Slides>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</vt:i4>
      </vt:variant>
    </vt:vector>
  </HeadingPairs>
  <TitlesOfParts>
    <vt:vector size="6" baseType="lpstr">
      <vt:lpstr>Arial</vt:lpstr>
      <vt:lpstr>Calibri</vt:lpstr>
      <vt:lpstr>Georgia</vt:lpstr>
      <vt:lpstr>Office-téma</vt:lpstr>
      <vt:lpstr>Népesség 2025 projekt</vt:lpstr>
      <vt:lpstr>Főmenü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Népesség 2025 projekt</dc:title>
  <dc:creator>Kóti-Jószai Simon</dc:creator>
  <cp:lastModifiedBy>Kóti-Jószai Simon</cp:lastModifiedBy>
  <cp:revision>9</cp:revision>
  <dcterms:created xsi:type="dcterms:W3CDTF">2026-09-18T10:38:32Z</dcterms:created>
  <dcterms:modified xsi:type="dcterms:W3CDTF">2026-09-18T12:34:35Z</dcterms:modified>
</cp:coreProperties>
</file>